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PingFang SC"/>
              </a:rPr>
              <a:t>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ingFang SC"/>
              </a:rPr>
              <a:t>蔡徐坤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8C8C8"/>
                </a:solidFill>
                <a:latin typeface="PingFang SC"/>
              </a:rPr>
              <a:t>「一个被唱跳耽误的篮球运动员」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69696"/>
                </a:solidFill>
                <a:latin typeface="PingFang SC"/>
              </a:rPr>
              <a:t>——  轻松了解这位顶流偶像 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👤 人物档案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🎂 1998年8月2日出生于浙江温州（著名的「温州皮革厂」老乡）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🎓 美国加州格雷斯兄弟高中毕业（留学海归，不简单！）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🎤 身份：歌手 / 原创音乐制作人 / 演员 / ...... 篮球爱好者？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📱 微博粉丝：3000万+（比很多小国家人口还多）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🏆 2018年《偶像练习生》C位出道，NINE PERCENT队长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D700"/>
                </a:solidFill>
                <a:latin typeface="PingFang SC"/>
              </a:rPr>
              <a:t>💡 冷知识：差点成为TFBOYS成员，被妈妈送去美国读书了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🚀 出道之路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2012年：参加《向上吧！少年》，进入全国200强（出道要从娃娃抓起）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2015年：参加中韩节目《星动亚洲》，开始闪闪发光 ✨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2016年：作为SWIN组合成员正式出道（没听过？正常，我也没听过）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2018年：《偶像练习生》第一名！组建NINE PERCENT出道 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2018年至今：发行多张专辑，参演综艺，成为顶流偶像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D700"/>
                </a:solidFill>
                <a:latin typeface="PingFang SC"/>
              </a:rPr>
              <a:t>🔥 从练习生到顶流，只用了不到6年！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ingFang SC"/>
              </a:rPr>
              <a:t>🎬 传说中的「鸡你太美」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>
                <a:solidFill>
                  <a:srgbClr val="FFC864"/>
                </a:solidFill>
                <a:latin typeface="PingFang SC"/>
              </a:rPr>
              <a:t>🎵 视频：《只因你太美》原版完整版现场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8C8C8"/>
                </a:solidFill>
                <a:latin typeface="PingFang SC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C8C8C8"/>
                </a:solidFill>
                <a:latin typeface="PingFang SC"/>
              </a:rPr>
              <a:t>📺 时长：1分钟 | 画质：720P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8C8C8"/>
                </a:solidFill>
                <a:latin typeface="PingFang SC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96C8FF"/>
                </a:solidFill>
                <a:latin typeface="PingFang SC"/>
              </a:rPr>
              <a:t>💡 小贴士：请在演示模式下播放视频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B4B4B4"/>
                </a:solidFill>
                <a:latin typeface="PingFang SC"/>
              </a:rPr>
              <a:t>    视频文件：caixukun_jntm.mp4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8C8C8"/>
                </a:solidFill>
                <a:latin typeface="PingFang SC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FFB4B4"/>
                </a:solidFill>
                <a:latin typeface="PingFang SC"/>
              </a:rPr>
              <a:t>📁 请确保视频文件与PPT在同一目录下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303520"/>
            <a:ext cx="3959352" cy="9144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5440680"/>
            <a:ext cx="3959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▶️ 点击播放视频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🎵 代表作 &amp; 梗解读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C8FF"/>
                </a:solidFill>
                <a:latin typeface="PingFang SC"/>
              </a:rPr>
              <a:t>🎤 音乐作品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《Wait Wait Wait》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《情人》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《YOUNG》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《迷》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《Hard To Get》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B464"/>
                </a:solidFill>
                <a:latin typeface="PingFang SC"/>
              </a:rPr>
              <a:t>🐔 「鸡你太美」梗解读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来源：《偶像练习生》表演曲《Rulez》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事件：一段篮球舞被网友疯狂恶搞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结果：成为中文互联网最火表情包之一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态度：本人在综艺中多次自嘲，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展示了强大的心理素质 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D700"/>
                </a:solidFill>
                <a:latin typeface="PingFang SC"/>
              </a:rPr>
              <a:t>🐔 「只因你太美~」—— 互联网永远的神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📝 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D700"/>
                </a:solidFill>
                <a:latin typeface="PingFang SC"/>
              </a:rPr>
              <a:t>「他是一个被鬼畜成就的偶像，
也是一个用作品证明自己的艺人」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🎵 音乐实力：确实会唱歌、会跳舞、会创作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🏀 篮球技术：......咱就不评价了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💪 心理素质：面对全网玩梗依然微笑面对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📈 商业价值：顶流就是顶流，带货能力杠杠的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D700"/>
                </a:solidFill>
                <a:latin typeface="PingFang SC"/>
              </a:rPr>
              <a:t>🎤 谢谢大家！记得给我点赞~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